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53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2 design deck (planned for ~11 minutes).
[Sources]
- Milestone2_Design_Document.docx (uploaded)
- Team6_GymPages.pdf (sample Milestone 2 presentation format)
- Team2_ConoCancer.pdf (sample Milestone 2 presentation format)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(uploaded)
- Team6_GymPages.pdf (format reference)
- Team2_ConoCancer.pdf (format reference)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(Sections 1–2)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 1.1.1–1.1.2)
- Team6_GymPages.pdf (Assumptions/Constraints slide pattern)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 1.1.3)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 2.1.1)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(Sections 2.1.2–2.1.3)
- Team6_GymPages.pdf (Data Dictionary slide pattern)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 2.1.3)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 2.2.1)
- Team2_ConoCancer.pdf (Structure &amp; Navigation slide pattern)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 2.2.2 Screens 1.0–2.2)
- Team6_GymPages.pdf (Wireframe slide pattern)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 2.2.2 Screens 3.0–4.1)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 2.3)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Milestone2_Design_Document.docx (Sections 3–4)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64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4747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 2 — Design Presentation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9875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Student-to-Tutor Scheduling &amp; Availability Management System</a:t>
            </a:r>
            <a:endParaRPr lang="en-US" sz="1800" dirty="0"/>
          </a:p>
        </p:txBody>
      </p:sp>
      <p:pic>
        <p:nvPicPr>
          <p:cNvPr id="5" name="Image 0" descr="/mnt/data/m2_assets/architecture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441719"/>
            <a:ext cx="5212080" cy="7975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965960"/>
            <a:ext cx="57150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213055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468880"/>
            <a:ext cx="52578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Nicolas Imhof (114606862)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Design and Implementation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Instructor: Renu Balyan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Date: 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did for Milestone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11-minute plan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544068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completed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4892040" cy="1614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Translated the Milestone 1 concept into a full Milestone 2 design document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assumptions, constraints, risks, and mitigations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the database: logical ERD, physical schema, data dictionary, and MySQL schema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UI structure/navigation + wireframes for key screens and roles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REST-style APIs (auth, search, scheduling, reviews, admin tools)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non-functional requirements and a baseline test plan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005840"/>
            <a:ext cx="4919472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20840" y="1170432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this talk is organized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16002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Overview &amp; scope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Assumptions / constraints / risks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Database design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UI design (navigation + screens)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APIs, NFRs, tests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66560" y="4160520"/>
            <a:ext cx="4480560" cy="2057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95160" y="443484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Goal: show my design work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(not the final implementation).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 of the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scope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571500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5166360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Roles: Student, Tutor, Admin, Super Admin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Flow: apply → approval → role dashboard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Student: search tutors → view basic profile → book appointment → leave review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Tutor: manage availability → manage appointment status → review summary (no author names)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Admin/Super Admin: approvals, moderation, schedule rules, holiday blocks, oversight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20840" y="1005840"/>
            <a:ext cx="470916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0" y="11704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architecture</a:t>
            </a:r>
            <a:endParaRPr lang="en-US" sz="1600" dirty="0"/>
          </a:p>
        </p:txBody>
      </p:sp>
      <p:pic>
        <p:nvPicPr>
          <p:cNvPr id="11" name="Image 0" descr="/mnt/data/m2_assets/architecture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325299"/>
            <a:ext cx="4343400" cy="6646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03720" y="59436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Client/server web app + relational DB + notifications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schedule-rule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Assumptions &amp; Constraints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design depends 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557784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Assumptions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502920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Desktop/laptop web browsers with stable Internet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School-managed environment with school IDs and role approval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and tutor capability data is maintained accurately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 are derived from completed student reviews (not editable)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primary relational database is sufficient for the scale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1005840"/>
            <a:ext cx="4873752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12280" y="117043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1600200"/>
            <a:ext cx="434340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tutoring workflow (not a public marketplace)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booking outside availability, allowed hours, or holiday blocks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 cannot manage reviews or see review author identity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cannot edit another Admin profile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Filter-based matching (course/capability/rating/time)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&amp; Mitigation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design-level safeguards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2697480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075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Double booking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22402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slot availability during booking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transaction-safe reservation (unique slot).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143000"/>
            <a:ext cx="2697480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03320" y="13075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Outdated availability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1645920"/>
            <a:ext cx="22402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 + admin schedule controls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clear status history and notifications.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143000"/>
            <a:ext cx="2697480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13075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 exposure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1645920"/>
            <a:ext cx="22402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field visibility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review author masked in tutor view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admin moderation.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1143000"/>
            <a:ext cx="2697480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72600" y="13075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Approval backlog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72600" y="1645920"/>
            <a:ext cx="22402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approval queue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decision notifications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status tracking.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 — Logical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entities &amp; relationships</a:t>
            </a:r>
            <a:endParaRPr lang="en-US" sz="1200" dirty="0"/>
          </a:p>
        </p:txBody>
      </p:sp>
      <p:pic>
        <p:nvPicPr>
          <p:cNvPr id="6" name="Image 0" descr="/mnt/data/m2_assets/logical_erd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583" y="960120"/>
            <a:ext cx="9319234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6035040"/>
            <a:ext cx="109728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5840" y="61996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ideas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6537960"/>
            <a:ext cx="1051560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user_account anchors identity + role; profiles extend it. Search uses course + capability mappings. Scheduling uses availability → appointment, constrained by rules/holidays. Reviews attach to completed appointments.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— Physical Schema &amp; Data Dictionary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tables support the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566928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 schema (core)</a:t>
            </a:r>
            <a:endParaRPr lang="en-US" sz="1600" dirty="0"/>
          </a:p>
        </p:txBody>
      </p:sp>
      <p:pic>
        <p:nvPicPr>
          <p:cNvPr id="8" name="Image 0" descr="/mnt/data/m2_assets/physical_schema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72558"/>
            <a:ext cx="5303520" cy="77008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29400" y="1005840"/>
            <a:ext cx="4782312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0" y="117043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dictionary highlights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0" y="1508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tables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03720" y="1874520"/>
            <a:ext cx="4343400" cy="1614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user_account + student_profile + tutor_profile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+ tutor_capability (search mapping)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availability_window + appointment (booking)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(post-session feedback)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schedule_rule + holiday_block (validation)</a:t>
            </a:r>
            <a:endParaRPr lang="en-US" sz="1400" dirty="0"/>
          </a:p>
          <a:p>
            <a:pPr marL="215900" indent="-215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+ admin_audit_log (oversight)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0" y="4754880"/>
            <a:ext cx="429768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59168" y="48280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constraints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086600" y="518464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availability_id is unique in appointment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is 1:1 with appointment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role-based visibility (privacy)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Schema (example)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booking constraints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594360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table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5394960" cy="1424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student + tutor to a specific availability slot</a:t>
            </a:r>
            <a:endParaRPr lang="en-US" sz="17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Enforces conflict prevention (unique reserved slot)</a:t>
            </a:r>
            <a:endParaRPr lang="en-US" sz="17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lifecycle status (Scheduled/Rescheduled/Canceled/Completed)</a:t>
            </a:r>
            <a:endParaRPr lang="en-US" sz="1700" dirty="0"/>
          </a:p>
          <a:p>
            <a:pPr marL="254000" indent="-2540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who created the record (student vs admin override)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903720" y="1005840"/>
            <a:ext cx="4507992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0" y="1170432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excerpt (simplified)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1508760"/>
            <a:ext cx="4142232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0" y="1664208"/>
            <a:ext cx="377647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appointment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appointment_id INT PK,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student_id INT FK,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tutor_id INT FK,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availability_id INT UNIQUE FK,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appointment_date DATE,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start_time TIME, end_time TIME,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ENUM(...),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created_by_user_id INT FK,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created_source VARCHAR(30)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5806440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schema is in the design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Interface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&amp; navigation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576072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Navigation map</a:t>
            </a:r>
            <a:endParaRPr lang="en-US" sz="1600" dirty="0"/>
          </a:p>
        </p:txBody>
      </p:sp>
      <p:pic>
        <p:nvPicPr>
          <p:cNvPr id="8" name="Image 0" descr="/mnt/data/m2_assets/nav_tree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24371"/>
            <a:ext cx="5303520" cy="195789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20840" y="1005840"/>
            <a:ext cx="470916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49440" y="11704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Role-based routing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95160" y="1600200"/>
            <a:ext cx="4160520" cy="14973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Public: Landing → Apply → (wait for approval)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Student: Dashboard → Search → Profile/Booking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Tutor: Dashboard → Availability → Appointments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Admin: Dashboard → Approvals → Rules/Holidays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995160" y="4937760"/>
            <a:ext cx="4160520" cy="1280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78040" y="51389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focus: clear task flow +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permission-based visibility.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Wireframes — Student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login to booking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53263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m2_assets/wireframe_1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445" y="1170432"/>
            <a:ext cx="3311091" cy="1965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3182112"/>
            <a:ext cx="4997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 / Login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32220" y="1005840"/>
            <a:ext cx="53263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/mnt/data/m2_assets/wireframe_2_appl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865" y="1170432"/>
            <a:ext cx="3311091" cy="1965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6812" y="3182112"/>
            <a:ext cx="4997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 Application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85800" y="3886200"/>
            <a:ext cx="53263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/mnt/data/m2_assets/wireframe_4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445" y="4050792"/>
            <a:ext cx="3311091" cy="1965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" y="6062472"/>
            <a:ext cx="4997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Results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332220" y="3886200"/>
            <a:ext cx="53263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/mnt/data/m2_assets/wireframe_5_profile_boo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9865" y="4050792"/>
            <a:ext cx="3311091" cy="1965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96812" y="6062472"/>
            <a:ext cx="4997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Profile + Booking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Wireframes — Tutor &amp; Admin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+ oversight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653796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m2_assets/wireframe_7_tuto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56648"/>
            <a:ext cx="6172200" cy="3664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989320"/>
            <a:ext cx="6172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 Dashboard / Availability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60920" y="1005840"/>
            <a:ext cx="416052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/mnt/data/m2_assets/wireframe_8_admin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633" y="1143000"/>
            <a:ext cx="3465095" cy="2057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32186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60920" y="3886200"/>
            <a:ext cx="416052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/mnt/data/m2_assets/wireframe_9_schedule_ru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633" y="4023360"/>
            <a:ext cx="3465095" cy="2057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0" y="60990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Schedule Rules / Holidays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Development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UI talks to the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562356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Endpoint groups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1417320" cy="38404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600200"/>
            <a:ext cx="3840480" cy="38404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84248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7440" y="1984248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register, login, logout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368296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7440" y="2368296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get/update own profile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2752344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2752344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 list + basic profile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136392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77440" y="3136392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 creates/removes slots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520440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440" y="3520440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+ status updates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3904488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77440" y="3904488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create/edit/delete + visibility rules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4288536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77440" y="4288536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approvals, rules/holidays, moderation, overrides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1005840"/>
            <a:ext cx="4873752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12280" y="1170432"/>
            <a:ext cx="4416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booking flow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1600200"/>
            <a:ext cx="4343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Student searches tutors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Selects an open availability slot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POST /appointments reserves slot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Notifications sent to both users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Tutor updates status (reschedule/cancel/complete)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Student creates review after completion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0" y="4526280"/>
            <a:ext cx="4343400" cy="1874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59168" y="46817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rule: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59168" y="498348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check first → validate inputs → then write to DB.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fields are never returned to the wrong role.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26445C"/>
          </a:solidFill>
          <a:ln w="12700">
            <a:solidFill>
              <a:srgbClr val="2644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4630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Requirements &amp; Tests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0" y="2011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quality is validated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5669280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Non-functional priorities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512064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Security: hashed passwords + role checks on every endpoint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Reliability: transaction-safe booking and consistent status states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Usability: role dashboards + disabled/hidden actions when invalid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Performance: indexed search + fast availability lookup</a:t>
            </a:r>
            <a:endParaRPr lang="en-US" sz="1600" dirty="0"/>
          </a:p>
          <a:p>
            <a:pPr marL="241300" indent="-2413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Privacy: mask review author identity in tutor view + audit admin actions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4782312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0" y="1170432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4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plan (examples)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1600200"/>
            <a:ext cx="4343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TC-01 Account request submits as Pending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TC-02 Admin approves/denies → access changes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TC-05 Booking creates Scheduled appointment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TC-06 Conflict prevention blocks double-booking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TC-09 Reviews: ownership + privacy enforcement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TC-11 Rules/holidays applied to availability + booking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1418</Words>
  <Application>Microsoft Office PowerPoint</Application>
  <PresentationFormat>Widescreen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Nicolas Imhof</dc:creator>
  <cp:lastModifiedBy>Nicolas A. Imhof</cp:lastModifiedBy>
  <cp:revision>2</cp:revision>
  <dcterms:created xsi:type="dcterms:W3CDTF">2026-03-30T02:23:54Z</dcterms:created>
  <dcterms:modified xsi:type="dcterms:W3CDTF">2026-03-30T04:12:09Z</dcterms:modified>
</cp:coreProperties>
</file>